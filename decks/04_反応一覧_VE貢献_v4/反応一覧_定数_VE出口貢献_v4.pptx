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Noto Sans CJK JP"/>
              </a:rPr>
              <a:t>反応一覧・定数の扱い
VE 出口への貢献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Noto Sans CJK JP"/>
              </a:rPr>
              <a:t>競争吸着パイプライン v4（Phase A / B1 / B2 採用後）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2026-08-18  |  正本: competitive_adsorption_v4.Params  |  フィット: results_v4/*/latest/fitted_vector.json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本日のポイント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モデルに入っている反応と、VE 出口ピークへの効き方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99032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4416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反応は 7 本。フィットしている速度定数は k_hyd 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吸着・交換は論文または Phase A/B の採用値で固定。q_total もフィット（反応ではない）。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404872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5000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山の本体は、固 VE が置換されて液相に戻ること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791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吸着だけではフィード付近で頭打ち。H → A3 → E1/E2 が山を高くする鎖。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410712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順番は Keq、VE2 の高さは E3、VE1 の高さは未解決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850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Phase A で間隔、B1 で VE2、B2 の k×2 は VE1 にはほぼ無効。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6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16552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6168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R004A の k_hyd=0.01 は上限であり最適ではない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908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出口 RMSE 用の張り付き。後段で FA を足す方向で、VE 用塔のイメージとは逆。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反応マップ（7本）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対キャリア吸着 / 競争交換 / 液相加水分解</a:t>
            </a:r>
          </a:p>
        </p:txBody>
      </p:sp>
      <p:pic>
        <p:nvPicPr>
          <p:cNvPr id="5" name="Picture 4" descr="ve_reac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Noto Sans CJK JP"/>
              </a:rPr>
              <a:t>E3 は論文にない競争交換。速度定数でフィットしているのは k_hyd のみ。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反応と速度式（7本）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対キャリア吸着 3 / 競争交換 3（うち E3 は論文外）/ FAEE 加水分解 1。逆向き kf は置かず kr = kf / Keq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749039" cy="38404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356615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対キャリア吸着（固液）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187452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0195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47088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VE1 + S⁺OH⁻ ⇌ S⁺VE1⁻ + OH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23160"/>
            <a:ext cx="3419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樹脂に α を乗せる（出口山の在庫）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18688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335584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38328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28416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VE2 + S⁺OH⁻ ⇌ S⁺VE2⁻ + OH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04488"/>
            <a:ext cx="3419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樹脂に γ を乗せる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00016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" y="483717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8646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809744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FA + S⁺OH⁻ ⇌ S⁺FA⁻ + OH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385816"/>
            <a:ext cx="3419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FA をサイトに乗せ、E1/E2 の駆動力に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1" y="1234440"/>
            <a:ext cx="3749039" cy="384048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1261872"/>
            <a:ext cx="356615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競争交換（固液）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1" y="1737360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19" y="1874520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19" y="190195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E1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19" y="1847088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FA(液) + VE1* ⇌ FA* + VE1(液)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3" y="2423160"/>
            <a:ext cx="3419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α を追い出し出口へ出す（主経路）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1" y="3218688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19" y="3355848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19" y="338328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E2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19" y="3328416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FA(液) + VE2* ⇌ FA* + VE2(液)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3" y="3904488"/>
            <a:ext cx="3419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γ を追い出し出口へ出す（主経路）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1" y="4700016"/>
            <a:ext cx="374903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89119" y="4837176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19" y="48646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E3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19" y="4809744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VE2(液) + VE1* ⇌ VE2* + VE1(液)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3" y="5385816"/>
            <a:ext cx="3419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FA より先に γ が α を出す（論文外）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22" y="1234440"/>
            <a:ext cx="3794760" cy="384048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2" y="1261872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液相反応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2" y="1737360"/>
            <a:ext cx="37947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02750" y="1874520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0" y="190195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0" y="1847088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FAEE + OH ⇌ FA + 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7614" y="2423160"/>
            <a:ext cx="346557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Noto Sans CJK JP"/>
              </a:rPr>
              <a:t>塔内 FA を足し、E1/E2 を増やす（k_hyd のみフィット）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263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オフ（kf=0）：液 VE1→固 VE2、液 VE1→固 FA、液 VE2→固 FA。逆は各 kr で自動。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定数の扱い：何をフィットし、何を固定するか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フィット対象は q_total と k_hyd のみ。吸着・交換の速度定数は最適化していない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78892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889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フィット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65960"/>
            <a:ext cx="2468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Noto Sans CJK JP"/>
              </a:rPr>
              <a:t>・k_hyd（R003 / R004A）
・q_total（反応ではない）
・R003 の k_hyd は境界内
・R004A の k_hyd は上限張り付き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78892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88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5331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固定（論文）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965960"/>
            <a:ext cx="2468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Noto Sans CJK JP"/>
              </a:rPr>
              <a:t>・k_ads VE1/VE2 = 0.5838
・k_ads FA = 6.78
・Keq_ads FA = 412
・換算: kj×60 でモデル単位へ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8892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88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5331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固定（Phase A/B）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65960"/>
            <a:ext cx="2468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Noto Sans CJK JP"/>
              </a:rPr>
              <a:t>・Keq 分割 r=1.7（A）
・k_ex FA×2 = 5.1（B2）
・E3: k=0.6, Keq=1.7（B1）
・Keq_hyd = 3.0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80160"/>
            <a:ext cx="278892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788920" cy="50292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5331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触っていない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965960"/>
            <a:ext cx="2468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Noto Sans CJK JP"/>
              </a:rPr>
              <a:t>・H（分配）
・VE=1.96 / FA=2.03
・OH=5.22
・逆向き kf は未設置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760720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Noto Sans CJK JP"/>
              </a:rPr>
              <a:t>単位: k は cm³ mmol⁻¹ min⁻¹、Keq は無次元。最新フィット 2026-08-13 17時（R003 内部、R004A は k_hyd 上限）。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吸着・交換の採用値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「最適」ではない。論文値または Phase A/B の判断で固定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2011680"/>
                <a:gridCol w="1828800"/>
                <a:gridCol w="3840480"/>
              </a:tblGrid>
              <a:tr h="558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定数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扱い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論文（換算後）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採用値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備考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k_ads[VE1/VE2]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0.5838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0.5838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α/γ で分けない。B3(0.85)未使用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k_ads[FA]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6.78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6.78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旧既定 0.58 から論文値へ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Keq_ads[VE1 / VE2]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固定（A）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47.4 / 47.4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36.3 / 61.8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感度で r=1.7 を採用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Keq_ads[FA]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論文値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k_ex[(FA,VE1/VE2)]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固定（B2）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論文×2。これ以上は無効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Keq_ex[(FA,VE1/VE2)]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固定（A）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422 / 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弱いαがFAに出やすい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k_ex[(VE2,VE1)]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固定（B1）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試験幅 0.3–1.0 の中央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Keq_ex[(VE2,VE1)]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固定（B1）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=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フィット値（現行 latest）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反応定数でフィットしているのは k_hyd だけ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8892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70AD47"/>
                </a:solidFill>
                <a:latin typeface="Noto Sans CJK JP"/>
              </a:rPr>
              <a:t>0.00346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k_hyd  R003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Noto Sans CJK JP"/>
              </a:rPr>
              <a:t>境界内（0.001–0.01）
K3_9 では 0.00290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25880"/>
            <a:ext cx="2788920" cy="1463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Noto Sans CJK JP"/>
              </a:rPr>
              <a:t>0.010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889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k_hyd  R004A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9184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Noto Sans CJK JP"/>
              </a:rPr>
              <a:t>上限。最適ではない
常に張り付き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788920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Noto Sans CJK JP"/>
              </a:rPr>
              <a:t>0.655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q_total  R003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Noto Sans CJK JP"/>
              </a:rPr>
              <a:t>内部フィット
K3_9 では 0.420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258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88920" cy="14630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916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2E75B6"/>
                </a:solidFill>
                <a:latin typeface="Noto Sans CJK JP"/>
              </a:rPr>
              <a:t>1.359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7889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q_total  R004A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9184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Noto Sans CJK JP"/>
              </a:rPr>
              <a:t>内部フィット
K3_9 では 0.989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709160"/>
            <a:ext cx="114300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846320"/>
            <a:ext cx="11064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注意: R004A の k_hyd=0.01 は出口 RMSE 用の上限であり、VE 用塔という製造イメージとは逆方向。
k_hyd=0 では山が平坦。R003 側の H と A3 が後段を VE 用に保つ。Keq_hyd=3.0（固定、未フィット）。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VE 出口の山（C/C0 &gt; 1）の本体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寄与は batch 6 の比較・感度に基づく半定量。全反応同時感度ではない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1338560" cy="14173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山の本体は「固 VE が置換されて液相に戻る」こと。
吸着だけではフィード付近で頭打ちになる。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260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31089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2004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在庫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Noto Sans CJK JP"/>
              </a:rPr>
              <a:t>A1 / 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43484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Noto Sans CJK JP"/>
              </a:rPr>
              <a:t>VE を樹脂に乗せる。k だけ変えても二山にならない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9260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3108960"/>
            <a:ext cx="640080" cy="6400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2004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駆動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862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Noto Sans CJK JP"/>
              </a:rPr>
              <a:t>H + A3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43484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Noto Sans CJK JP"/>
              </a:rPr>
              <a:t>塔内 FA を増やし、交換の駆動力をつくる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9480" y="3108960"/>
            <a:ext cx="640080" cy="6400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2004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放出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862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Noto Sans CJK JP"/>
              </a:rPr>
              <a:t>E1 / E2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43484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Noto Sans CJK JP"/>
              </a:rPr>
              <a:t>固 VE を液相へ出す。ロールアップの主経路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926080"/>
            <a:ext cx="27889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95560" y="310896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32004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分離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8862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Noto Sans CJK JP"/>
              </a:rPr>
              <a:t>Keq と E3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443484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Noto Sans CJK JP"/>
              </a:rPr>
              <a:t>順番は Keq。VE2 の高さ・漏れは E3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因果の鎖（貢献の順番）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在庫 → FA 増加 → ロールアップ → VE2 選択</a:t>
            </a:r>
          </a:p>
        </p:txBody>
      </p:sp>
      <p:pic>
        <p:nvPicPr>
          <p:cNvPr id="5" name="Picture 4" descr="ve_causal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Noto Sans CJK JP"/>
              </a:rPr>
              <a:t>山をフィードより高くする本体は H → A3 → E1/E2。E3 は VE2 を高くし、漏れを減らす。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各反応の VE 出口への貢献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高さ・時刻分離は半定量。E1 が VE1 の主経路、E2 が VE2 の主経路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1463040"/>
                <a:gridCol w="1645920"/>
                <a:gridCol w="1645920"/>
                <a:gridCol w="2377440"/>
              </a:tblGrid>
              <a:tr h="65151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反応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役割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VE1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VE2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高さ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時刻・分離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A1 対キャリア VE1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α 在庫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必須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間接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低（k同一では分離しない）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A2 対キャリア VE2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γ 在庫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間接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必須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Keq 分割で分離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A3 対キャリア 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E1/E2 の駆動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高（間接）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高（間接）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E1 FA→VE1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α ロールアップ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主経路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中。B2でもVE1 +0.02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E2 FA→VE2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γ ロールアップ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主経路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半値幅 187→174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E3 VE2→VE1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γ が先に α を出す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時刻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高さ・漏れ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VE2 +0.20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VE1 296→283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H 加水分解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塔内 FA を足す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高（間接）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高（間接）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高（v3→v4）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R003は内部値で足りる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Phase ごとの出口への効き方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R003 batch 6。観測 VE1 2.80 / VE2 2.83、間隔 60 min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1463040"/>
                <a:gridCol w="1463040"/>
                <a:gridCol w="1097280"/>
                <a:gridCol w="3291840"/>
              </a:tblGrid>
              <a:tr h="65836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段階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触った定数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VE1 C/C0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VE2 C/C0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間隔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JP"/>
                        </a:rPr>
                        <a:t>読み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同一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A1=A2, E1=E2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選択性なし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Phase A  r=1.7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A/E の Keq 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順番は Keq。高さはほぼそのまま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E3 をオン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VE2 改善の本体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Noto Sans CJK JP"/>
                        </a:rPr>
                        <a:t>B2（現行）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E1/E2 の k 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1.81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2.20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Noto Sans CJK JP"/>
                        </a:rPr>
                        <a:t>VE1 高さは律速ではない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709160"/>
            <a:ext cx="114300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920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Noto Sans CJK JP"/>
              </a:rPr>
              <a:t>観測ピーク（2.80 / 2.83）にはまだ届かない。VE1 高さは未解決（目的関数・k_ads[VE1] 案）。
E1 の k、E3、r の再調整では VE1 はほぼ上がらない。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目的別に、効く反応 / 効かなかったもの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次に触るなら、目的と反応をセットで選ぶ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3212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46304" cy="2468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山をフィードより高くする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効く:  H → A3 → E1/E2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JP"/>
              </a:rPr>
              <a:t>効かない:  N、FAEE原料増、B2の再加速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53212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146304" cy="2468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990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Noto Sans CJK JP"/>
              </a:rPr>
              <a:t>α と γ を時間で分ける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効く:  A1/A2 と E1/E2 の Keq（Phase A）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JP"/>
              </a:rPr>
              <a:t>効かない:  k_ads だけ分けること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86200"/>
            <a:ext cx="553212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146304" cy="2468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507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Noto Sans CJK JP"/>
              </a:rPr>
              <a:t>VE2 を高く・漏れを減らす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効く:  E3（B1）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JP"/>
              </a:rPr>
              <a:t>効かない:  r をさらに下げること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886200"/>
            <a:ext cx="553212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146304" cy="2468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507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Noto Sans CJK JP"/>
              </a:rPr>
              <a:t>VE1 を高くする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1772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効く:  未解決（目的関数 / k_ads[VE1] 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4924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JP"/>
              </a:rPr>
              <a:t>効かない:  E1 の k、E3、r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残課題と次の打ち手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観測ピーク（VE1 2.80 / VE2 2.83）との差をどう埋めるか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99032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4416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VE1 高さは未解決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E1 の k、E3、r では上がらない。目的関数の見直しや k_ads[VE1] の探索が候補。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404872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5000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R004A の k_hyd 上限を製造イメージと切り分ける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791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後段を VE 用に保つなら、R003 側の H と A3 を主にし、R004 の加水分解は抑える。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410712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寄与は半定量である点を明示する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850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batch 6 の比較・感度に基づく。全反応を同時に振った感度解析ではない。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6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16552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6168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出典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908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Hiromori, Kanuma, Shibasaki-Kitakawa, J. Chem. Eng. Japan, 53(9), 477–484 (2020), Tables 2–3。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
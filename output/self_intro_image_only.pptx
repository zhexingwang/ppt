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11E443-FAD2-4644-8DBA-36DC3404EF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50F703-85A1-4E73-90EA-2FA1959965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E94D47F-F70B-41A0-A5A8-824C6D5E8A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4D5C0B6-5B6F-4308-8316-3D6A0806AC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C843A2A-DD6B-4DE9-B76F-B75D081214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3B58990-E3DA-4360-810E-357E82AC6C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61416BF-57C3-470E-B055-BC0FD1AA17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987047F-66F2-4F09-A0E5-4CE1A790F6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B2F774B-A758-47B2-AF7A-D006D0317B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5BF05D2C-FEC5-413B-BA80-39BFDA979B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D9DFD63-111A-47D9-BE5F-821F3B6136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0BF733-0C7D-4585-8553-47911EA12A6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87DED8-E205-48D7-928C-02E8AD7889C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89CA08-AACD-4CF7-9E96-59257113BFE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3B661D-CAF5-4C9A-8F9E-482E0B0B017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B8BAC2-A2AA-4930-8CE2-868B1431247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AFA26D-1DD9-43D9-9571-EB6C6218AAE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D8ABD0-AE31-4866-8FA9-201A4367419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C46E15-199D-4271-8E92-2504FF6BE13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113247-7FE4-40E6-A3DC-F8977CB254D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081A45-63D7-4A84-ACD0-9E3928CF5C9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F22330-850F-451A-AADC-2236009CD24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self_intro_infographic_ppt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